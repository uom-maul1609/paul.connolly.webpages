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  <p:sldMasterId id="2147483650" r:id="rId3"/>
  </p:sldMasterIdLst>
  <p:notesMasterIdLst>
    <p:notesMasterId r:id="rId16"/>
  </p:notesMasterIdLst>
  <p:sldIdLst>
    <p:sldId id="295" r:id="rId4"/>
    <p:sldId id="312" r:id="rId5"/>
    <p:sldId id="296" r:id="rId6"/>
    <p:sldId id="297" r:id="rId7"/>
    <p:sldId id="307" r:id="rId8"/>
    <p:sldId id="313" r:id="rId9"/>
    <p:sldId id="308" r:id="rId10"/>
    <p:sldId id="309" r:id="rId11"/>
    <p:sldId id="311" r:id="rId12"/>
    <p:sldId id="310" r:id="rId13"/>
    <p:sldId id="302" r:id="rId14"/>
    <p:sldId id="306" r:id="rId15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kern="1200">
        <a:solidFill>
          <a:schemeClr val="bg1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20" y="-126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796713"/>
            <a:ext cx="11796712" cy="12490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147" name="Rectangle 3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966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100354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A6FA0D3-207B-F14B-8772-591B6C28D20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802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E794BCC-1DAA-4440-A49E-20117206C6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357793F-F02A-EC43-B28B-9207E11C3E4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836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7012" cy="452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092BCA0-2825-6A41-85D8-CE81C01B2C0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9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067A691-E9DD-8749-8E1F-332DCDE1F0B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36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B2737EC-F72A-7C43-95A7-2DAC0044CDD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08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6CFD92A-F9EA-0A45-BC2A-DC501C59948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26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27B6A1A-EDE3-9144-B04C-C8816A360EA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444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217DCD0-44A2-4247-9A56-0569C8FEAA7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40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A9674C2-E5C9-9A4F-AA98-7DEBB5F905A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539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274638"/>
            <a:ext cx="2055812" cy="5848350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8213" cy="584835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F353B9A-A466-5441-8974-75A1D9C91F3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07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2DD0698-3BDB-6E4A-9CB7-2F68EF6B21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772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2042C1A-7596-B647-841E-87D557A64D8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893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2270142-6A0B-E94B-AB22-78042E5F588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3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7012" cy="452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3C888F2-445D-174D-BC19-1E7E9B6608F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276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297F88F-8086-494F-95C7-634AE9F18C4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283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4DC6218-D4F6-524B-A221-60B75F12B10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0117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6664121-127C-E94F-8972-3C0FE52DA52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072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1D2E9C8-52F5-FF43-9348-EC018A70A6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7886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18A34D1-2154-3445-BA94-F1AFF7A63C6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795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688E354-6D6E-3244-8335-8963B4A1683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812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274638"/>
            <a:ext cx="2055812" cy="5848350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8213" cy="584835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45D4B9F-44BF-0942-B76F-BD5A31E83DB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4805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2D9D666-4BEB-8549-87DE-9D6F68446EB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4808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D0C777F-B61D-4C4B-84CE-86EBAD10FD4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587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9C6BD11-F61D-2145-ADF1-5C03F8FBFBD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459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3973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7012" cy="3973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A63ABED-AC31-BF4A-826D-86EC04BF585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9158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566C697-F2E0-6E42-A72F-9E917420826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7578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538D7F17-8336-0E4D-B0A1-09DEBAD2912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3894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F2EAE9D-DAB6-6347-A8D8-5248BF43A84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1675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35A5551-3448-5441-92A7-BDA501038AE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480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C33C772-70D8-3B48-89FA-9387EC11768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262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A16515B-1C07-664D-ABEA-FC8A471D4CE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660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273050"/>
            <a:ext cx="2055812" cy="53054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8213" cy="53054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FED97D9-B4A1-9241-9517-B1F2E184F0F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47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E6A15D00-5555-2043-B043-5CC4DC12E056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WenQuanYi Zen Hei Sharp" charset="0"/>
        </a:defRPr>
      </a:lvl2pPr>
      <a:lvl3pPr marL="1143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WenQuanYi Zen Hei Sharp" charset="0"/>
        </a:defRPr>
      </a:lvl3pPr>
      <a:lvl4pPr marL="1600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WenQuanYi Zen Hei Sharp" charset="0"/>
        </a:defRPr>
      </a:lvl4pPr>
      <a:lvl5pPr marL="20574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WenQuanYi Zen Hei Sharp" charset="0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WenQuanYi Zen Hei Sharp" charset="0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WenQuanYi Zen Hei Sharp" charset="0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WenQuanYi Zen Hei Sharp" charset="0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Arial" charset="0"/>
          <a:ea typeface="ＭＳ Ｐゴシック" charset="0"/>
          <a:cs typeface="WenQuanYi Zen Hei Sharp" charset="0"/>
        </a:defRPr>
      </a:lvl9pPr>
    </p:titleStyle>
    <p:bodyStyle>
      <a:lvl1pPr marL="342900" indent="-342900" algn="l" defTabSz="449263" rtl="0" fontAlgn="base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0425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hangingPunct="0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8B8B8B"/>
                </a:solidFill>
                <a:cs typeface="DejaVu Sans" charset="0"/>
              </a:defRPr>
            </a:lvl1pPr>
          </a:lstStyle>
          <a:p>
            <a:fld id="{3108DA08-6278-244E-A8BA-D5533344D19D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0425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hangingPunct="0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8B8B8B"/>
                </a:solidFill>
                <a:cs typeface="DejaVu Sans" charset="0"/>
              </a:defRPr>
            </a:lvl1pPr>
          </a:lstStyle>
          <a:p>
            <a:fld id="{94A68961-F8A9-3A48-80E3-B1697A412A0A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/>
  <p:txStyles>
    <p:titleStyle>
      <a:lvl1pPr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+mj-lt"/>
          <a:ea typeface="+mj-ea"/>
          <a:cs typeface="+mj-cs"/>
        </a:defRPr>
      </a:lvl1pPr>
      <a:lvl2pPr marL="742950" indent="-28575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2pPr>
      <a:lvl3pPr marL="11430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3pPr>
      <a:lvl4pPr marL="16002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4pPr>
      <a:lvl5pPr marL="20574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5pPr>
      <a:lvl6pPr marL="25146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6pPr>
      <a:lvl7pPr marL="29718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7pPr>
      <a:lvl8pPr marL="34290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8pPr>
      <a:lvl9pPr marL="38862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9pPr>
    </p:titleStyle>
    <p:bodyStyle>
      <a:lvl1pPr marL="342900" indent="-342900" algn="l" defTabSz="449263" rtl="0" fontAlgn="base">
        <a:lnSpc>
          <a:spcPct val="8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lnSpc>
          <a:spcPct val="8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lnSpc>
          <a:spcPct val="8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lnSpc>
          <a:spcPct val="8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0425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hangingPunct="0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8B8B8B"/>
                </a:solidFill>
                <a:cs typeface="DejaVu Sans" charset="0"/>
              </a:defRPr>
            </a:lvl1pPr>
          </a:lstStyle>
          <a:p>
            <a:fld id="{06780667-9B66-D04C-9159-B1267E63021B}" type="datetime1">
              <a:rPr lang="en-GB"/>
              <a:pPr/>
              <a:t>04/12/18</a:t>
            </a:fld>
            <a:endParaRPr lang="en-GB"/>
          </a:p>
        </p:txBody>
      </p:sp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0425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hangingPunct="0">
              <a:buClrTx/>
              <a:buFontTx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8B8B8B"/>
                </a:solidFill>
                <a:cs typeface="DejaVu Sans" charset="0"/>
              </a:defRPr>
            </a:lvl1pPr>
          </a:lstStyle>
          <a:p>
            <a:fld id="{9415EDFB-1C67-1246-8098-4956A97BAB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6425" cy="39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684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+mj-lt"/>
          <a:ea typeface="+mj-ea"/>
          <a:cs typeface="+mj-cs"/>
        </a:defRPr>
      </a:lvl1pPr>
      <a:lvl2pPr marL="742950" indent="-28575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2pPr>
      <a:lvl3pPr marL="11430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3pPr>
      <a:lvl4pPr marL="16002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4pPr>
      <a:lvl5pPr marL="20574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5pPr>
      <a:lvl6pPr marL="25146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6pPr>
      <a:lvl7pPr marL="29718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7pPr>
      <a:lvl8pPr marL="34290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8pPr>
      <a:lvl9pPr marL="38862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9999"/>
          </a:solidFill>
          <a:latin typeface="Arial" charset="0"/>
          <a:ea typeface="ＭＳ Ｐゴシック" charset="0"/>
          <a:cs typeface="WenQuanYi Zen Hei Sharp" charset="0"/>
        </a:defRPr>
      </a:lvl9pPr>
    </p:titleStyle>
    <p:bodyStyle>
      <a:lvl1pPr marL="342900" indent="-342900" algn="l" defTabSz="449263" rtl="0" fontAlgn="base">
        <a:lnSpc>
          <a:spcPct val="8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lnSpc>
          <a:spcPct val="8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lnSpc>
          <a:spcPct val="8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lnSpc>
          <a:spcPct val="8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8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8-12-04 at 06.57.3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60648"/>
            <a:ext cx="6311900" cy="2755900"/>
          </a:xfrm>
          <a:prstGeom prst="rect">
            <a:avLst/>
          </a:prstGeom>
        </p:spPr>
      </p:pic>
      <p:pic>
        <p:nvPicPr>
          <p:cNvPr id="4" name="Picture 3" descr="Screen Shot 2018-12-04 at 06.58.49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068960"/>
            <a:ext cx="5040560" cy="366682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2"/>
          <p:cNvGrpSpPr>
            <a:grpSpLocks/>
          </p:cNvGrpSpPr>
          <p:nvPr/>
        </p:nvGrpSpPr>
        <p:grpSpPr bwMode="auto">
          <a:xfrm>
            <a:off x="468313" y="3440113"/>
            <a:ext cx="8421687" cy="2506662"/>
            <a:chOff x="295" y="2167"/>
            <a:chExt cx="5305" cy="1579"/>
          </a:xfrm>
        </p:grpSpPr>
        <p:pic>
          <p:nvPicPr>
            <p:cNvPr id="4813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" y="2167"/>
              <a:ext cx="5305" cy="1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48132" name="Rectangle 4"/>
            <p:cNvSpPr>
              <a:spLocks noChangeArrowheads="1"/>
            </p:cNvSpPr>
            <p:nvPr/>
          </p:nvSpPr>
          <p:spPr bwMode="auto">
            <a:xfrm>
              <a:off x="4332" y="3476"/>
              <a:ext cx="996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92696"/>
            <a:ext cx="8280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4587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765175"/>
            <a:ext cx="8351837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636838"/>
            <a:ext cx="8280400" cy="245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8567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82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33375"/>
            <a:ext cx="7416800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36296" y="4725144"/>
            <a:ext cx="105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000000"/>
                </a:solidFill>
              </a:rPr>
              <a:t>8 Marks</a:t>
            </a:r>
            <a:endParaRPr lang="en-US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4440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20713"/>
            <a:ext cx="8351837" cy="331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4415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820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49275"/>
            <a:ext cx="7920038" cy="273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36871" name="Group 7"/>
          <p:cNvGrpSpPr>
            <a:grpSpLocks/>
          </p:cNvGrpSpPr>
          <p:nvPr/>
        </p:nvGrpSpPr>
        <p:grpSpPr bwMode="auto">
          <a:xfrm>
            <a:off x="684213" y="3716338"/>
            <a:ext cx="8280400" cy="1717675"/>
            <a:chOff x="431" y="2341"/>
            <a:chExt cx="5216" cy="1082"/>
          </a:xfrm>
        </p:grpSpPr>
        <p:pic>
          <p:nvPicPr>
            <p:cNvPr id="3686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2341"/>
              <a:ext cx="5080" cy="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36870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931"/>
              <a:ext cx="5171" cy="4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86255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0133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/>
              <a:t>Ice nucleation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9083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39725" indent="-339725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sz="2800"/>
              <a:t>Explain the ice nucleation modes clearly and concisely…</a:t>
            </a:r>
          </a:p>
          <a:p>
            <a:pPr marL="341313" indent="-339725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endParaRPr lang="en-GB" sz="2800"/>
          </a:p>
          <a:p>
            <a:pPr marL="339725" indent="-339725">
              <a:lnSpc>
                <a:spcPct val="80000"/>
              </a:lnSpc>
              <a:spcBef>
                <a:spcPts val="700"/>
              </a:spcBef>
              <a:buFont typeface="Arial" charset="0"/>
              <a:buChar char="•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sz="2800"/>
              <a:t>Explain any discrepancies between the measured IN and any other ice formation pathways, referencing any equations that describe the processes.</a:t>
            </a:r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437063"/>
            <a:ext cx="6985000" cy="200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357563"/>
            <a:ext cx="3248025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WenQuanYi Zen Hei Sharp"/>
      </a:majorFont>
      <a:minorFont>
        <a:latin typeface="Arial"/>
        <a:ea typeface="ＭＳ Ｐゴシック"/>
        <a:cs typeface="WenQuanYi Zen Hei Shar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WenQuanYi Zen Hei Sharp"/>
      </a:majorFont>
      <a:minorFont>
        <a:latin typeface="Calibri"/>
        <a:ea typeface="ＭＳ Ｐゴシック"/>
        <a:cs typeface="WenQuanYi Zen Hei Shar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WenQuanYi Zen Hei Sharp"/>
      </a:majorFont>
      <a:minorFont>
        <a:latin typeface="Calibri"/>
        <a:ea typeface="ＭＳ Ｐゴシック"/>
        <a:cs typeface="WenQuanYi Zen Hei Shar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</TotalTime>
  <Words>35</Words>
  <Application>Microsoft Macintosh PowerPoint</Application>
  <PresentationFormat>On-screen Show (4:3)</PresentationFormat>
  <Paragraphs>5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Ice nucleation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would the liquid water content be if a parcel is lifted from the surface to 850 hPa?</dc:title>
  <dc:subject/>
  <dc:creator>mccikpc2</dc:creator>
  <cp:keywords/>
  <dc:description/>
  <cp:lastModifiedBy>Paul Connolly</cp:lastModifiedBy>
  <cp:revision>22</cp:revision>
  <cp:lastPrinted>1601-01-01T00:00:00Z</cp:lastPrinted>
  <dcterms:created xsi:type="dcterms:W3CDTF">2012-11-14T09:48:25Z</dcterms:created>
  <dcterms:modified xsi:type="dcterms:W3CDTF">2018-12-04T07:13:08Z</dcterms:modified>
</cp:coreProperties>
</file>